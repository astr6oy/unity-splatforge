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784bcf37e14999" /><Relationship Type="http://schemas.openxmlformats.org/officeDocument/2006/relationships/extended-properties" Target="/docProps/app.xml" Id="R118c9a73755c4a15" /><Relationship Type="http://schemas.openxmlformats.org/officeDocument/2006/relationships/officeDocument" Target="/ppt/presentation.xml" Id="Rb88b673565e5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6775e04fa6410a"/>
  </p:sldMasterIdLst>
  <p:notesMasterIdLst>
    <p:notesMasterId xmlns:r="http://schemas.openxmlformats.org/officeDocument/2006/relationships" r:id="Rc10d28b4848a46f4"/>
  </p:notesMasterIdLst>
  <p:sldIdLst>
    <p:sldId xmlns:r="http://schemas.openxmlformats.org/officeDocument/2006/relationships" id="256" r:id="Rac92322781954843"/>
    <p:sldId xmlns:r="http://schemas.openxmlformats.org/officeDocument/2006/relationships" id="257" r:id="R27f0411d704942a3"/>
    <p:sldId xmlns:r="http://schemas.openxmlformats.org/officeDocument/2006/relationships" id="258" r:id="Ra845c8b405724a23"/>
    <p:sldId xmlns:r="http://schemas.openxmlformats.org/officeDocument/2006/relationships" id="259" r:id="Ra23923baab844c56"/>
    <p:sldId xmlns:r="http://schemas.openxmlformats.org/officeDocument/2006/relationships" id="260" r:id="R5c80a4016e6a439e"/>
    <p:sldId xmlns:r="http://schemas.openxmlformats.org/officeDocument/2006/relationships" id="261" r:id="Rc866839bddf14e4d"/>
    <p:sldId xmlns:r="http://schemas.openxmlformats.org/officeDocument/2006/relationships" id="262" r:id="R2b705c0feef94d56"/>
    <p:sldId xmlns:r="http://schemas.openxmlformats.org/officeDocument/2006/relationships" id="263" r:id="Rd42282422f93479e"/>
    <p:sldId xmlns:r="http://schemas.openxmlformats.org/officeDocument/2006/relationships" id="264" r:id="Rc7dc66f874714e9c"/>
    <p:sldId xmlns:r="http://schemas.openxmlformats.org/officeDocument/2006/relationships" id="265" r:id="Rd11f7b1d0b234430"/>
    <p:sldId xmlns:r="http://schemas.openxmlformats.org/officeDocument/2006/relationships" id="266" r:id="R98d53529c3a04dca"/>
    <p:sldId xmlns:r="http://schemas.openxmlformats.org/officeDocument/2006/relationships" id="267" r:id="Rc754616d73354877"/>
    <p:sldId xmlns:r="http://schemas.openxmlformats.org/officeDocument/2006/relationships" id="268" r:id="R3557c46ed6f743aa"/>
    <p:sldId xmlns:r="http://schemas.openxmlformats.org/officeDocument/2006/relationships" id="269" r:id="R7893039aefe646fa"/>
    <p:sldId xmlns:r="http://schemas.openxmlformats.org/officeDocument/2006/relationships" id="270" r:id="Rc2420724c4454e38"/>
    <p:sldId xmlns:r="http://schemas.openxmlformats.org/officeDocument/2006/relationships" id="271" r:id="Rf39afda1d5e44087"/>
    <p:sldId xmlns:r="http://schemas.openxmlformats.org/officeDocument/2006/relationships" id="272" r:id="R6b685f6a64784076"/>
    <p:sldId xmlns:r="http://schemas.openxmlformats.org/officeDocument/2006/relationships" id="273" r:id="R12afa7dd4cf54ddc"/>
    <p:sldId xmlns:r="http://schemas.openxmlformats.org/officeDocument/2006/relationships" id="274" r:id="R27f08bd95e4f44fa"/>
    <p:sldId xmlns:r="http://schemas.openxmlformats.org/officeDocument/2006/relationships" id="275" r:id="Rd6e6f8fcd8264910"/>
    <p:sldId xmlns:r="http://schemas.openxmlformats.org/officeDocument/2006/relationships" id="276" r:id="Rdf8e6b98a8ff4c68"/>
    <p:sldId xmlns:r="http://schemas.openxmlformats.org/officeDocument/2006/relationships" id="277" r:id="R8a8cdb6294a24275"/>
    <p:sldId xmlns:r="http://schemas.openxmlformats.org/officeDocument/2006/relationships" id="278" r:id="R3764f647fcc94c35"/>
    <p:sldId xmlns:r="http://schemas.openxmlformats.org/officeDocument/2006/relationships" id="279" r:id="Rd7ae11e07ba443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775e04fa6410a" /><Relationship Type="http://schemas.openxmlformats.org/officeDocument/2006/relationships/theme" Target="/ppt/theme/theme1.xml" Id="R3bdd0919f07c4f47" /><Relationship Type="http://schemas.openxmlformats.org/officeDocument/2006/relationships/notesMaster" Target="/ppt/notesMasters/notesMaster1.xml" Id="Rc10d28b4848a46f4" /><Relationship Type="http://schemas.openxmlformats.org/officeDocument/2006/relationships/presProps" Target="/ppt/presProps.xml" Id="Rdbaddd1755e14c63" /><Relationship Type="http://schemas.openxmlformats.org/officeDocument/2006/relationships/viewProps" Target="/ppt/viewProps.xml" Id="R35d288b5bc774768" /><Relationship Type="http://schemas.openxmlformats.org/officeDocument/2006/relationships/tableStyles" Target="/ppt/tableStyles.xml" Id="R6a28398abb764c23" /><Relationship Type="http://schemas.openxmlformats.org/officeDocument/2006/relationships/slide" Target="/ppt/slides/slide1.xml" Id="Rac92322781954843" /><Relationship Type="http://schemas.openxmlformats.org/officeDocument/2006/relationships/slide" Target="/ppt/slides/slide2.xml" Id="R27f0411d704942a3" /><Relationship Type="http://schemas.openxmlformats.org/officeDocument/2006/relationships/slide" Target="/ppt/slides/slide3.xml" Id="Ra845c8b405724a23" /><Relationship Type="http://schemas.openxmlformats.org/officeDocument/2006/relationships/slide" Target="/ppt/slides/slide4.xml" Id="Ra23923baab844c56" /><Relationship Type="http://schemas.openxmlformats.org/officeDocument/2006/relationships/slide" Target="/ppt/slides/slide5.xml" Id="R5c80a4016e6a439e" /><Relationship Type="http://schemas.openxmlformats.org/officeDocument/2006/relationships/slide" Target="/ppt/slides/slide6.xml" Id="Rc866839bddf14e4d" /><Relationship Type="http://schemas.openxmlformats.org/officeDocument/2006/relationships/slide" Target="/ppt/slides/slide7.xml" Id="R2b705c0feef94d56" /><Relationship Type="http://schemas.openxmlformats.org/officeDocument/2006/relationships/slide" Target="/ppt/slides/slide8.xml" Id="Rd42282422f93479e" /><Relationship Type="http://schemas.openxmlformats.org/officeDocument/2006/relationships/slide" Target="/ppt/slides/slide9.xml" Id="Rc7dc66f874714e9c" /><Relationship Type="http://schemas.openxmlformats.org/officeDocument/2006/relationships/slide" Target="/ppt/slides/slide10.xml" Id="Rd11f7b1d0b234430" /><Relationship Type="http://schemas.openxmlformats.org/officeDocument/2006/relationships/slide" Target="/ppt/slides/slide11.xml" Id="R98d53529c3a04dca" /><Relationship Type="http://schemas.openxmlformats.org/officeDocument/2006/relationships/slide" Target="/ppt/slides/slide12.xml" Id="Rc754616d73354877" /><Relationship Type="http://schemas.openxmlformats.org/officeDocument/2006/relationships/slide" Target="/ppt/slides/slide13.xml" Id="R3557c46ed6f743aa" /><Relationship Type="http://schemas.openxmlformats.org/officeDocument/2006/relationships/slide" Target="/ppt/slides/slide14.xml" Id="R7893039aefe646fa" /><Relationship Type="http://schemas.openxmlformats.org/officeDocument/2006/relationships/slide" Target="/ppt/slides/slide15.xml" Id="Rc2420724c4454e38" /><Relationship Type="http://schemas.openxmlformats.org/officeDocument/2006/relationships/slide" Target="/ppt/slides/slide16.xml" Id="Rf39afda1d5e44087" /><Relationship Type="http://schemas.openxmlformats.org/officeDocument/2006/relationships/slide" Target="/ppt/slides/slide17.xml" Id="R6b685f6a64784076" /><Relationship Type="http://schemas.openxmlformats.org/officeDocument/2006/relationships/slide" Target="/ppt/slides/slide18.xml" Id="R12afa7dd4cf54ddc" /><Relationship Type="http://schemas.openxmlformats.org/officeDocument/2006/relationships/slide" Target="/ppt/slides/slide19.xml" Id="R27f08bd95e4f44fa" /><Relationship Type="http://schemas.openxmlformats.org/officeDocument/2006/relationships/slide" Target="/ppt/slides/slide20.xml" Id="Rd6e6f8fcd8264910" /><Relationship Type="http://schemas.openxmlformats.org/officeDocument/2006/relationships/slide" Target="/ppt/slides/slide21.xml" Id="Rdf8e6b98a8ff4c68" /><Relationship Type="http://schemas.openxmlformats.org/officeDocument/2006/relationships/slide" Target="/ppt/slides/slide22.xml" Id="R8a8cdb6294a24275" /><Relationship Type="http://schemas.openxmlformats.org/officeDocument/2006/relationships/slide" Target="/ppt/slides/slide23.xml" Id="R3764f647fcc94c35" /><Relationship Type="http://schemas.openxmlformats.org/officeDocument/2006/relationships/slide" Target="/ppt/slides/slide24.xml" Id="Rd7ae11e07ba4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f737176874346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b23f48588040b3" /><Relationship Type="http://schemas.openxmlformats.org/officeDocument/2006/relationships/notesMaster" Target="/ppt/notesMasters/notesMaster1.xml" Id="Redb5253e64714e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46a25ebf84985" /><Relationship Type="http://schemas.openxmlformats.org/officeDocument/2006/relationships/notesMaster" Target="/ppt/notesMasters/notesMaster1.xml" Id="R1e7f9ada1311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071f3caf464f7e" /><Relationship Type="http://schemas.openxmlformats.org/officeDocument/2006/relationships/notesMaster" Target="/ppt/notesMasters/notesMaster1.xml" Id="Rdb8597412c18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82dc402f3648a9" /><Relationship Type="http://schemas.openxmlformats.org/officeDocument/2006/relationships/notesMaster" Target="/ppt/notesMasters/notesMaster1.xml" Id="R8a9c83c1d5584b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5e3f72cb84584" /><Relationship Type="http://schemas.openxmlformats.org/officeDocument/2006/relationships/notesMaster" Target="/ppt/notesMasters/notesMaster1.xml" Id="R46653009cfc140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8d6af247b64545" /><Relationship Type="http://schemas.openxmlformats.org/officeDocument/2006/relationships/notesMaster" Target="/ppt/notesMasters/notesMaster1.xml" Id="R4538119fc1c345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c4159ba8f402e" /><Relationship Type="http://schemas.openxmlformats.org/officeDocument/2006/relationships/notesMaster" Target="/ppt/notesMasters/notesMaster1.xml" Id="R7532229a3e054a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9f0d20a804f27" /><Relationship Type="http://schemas.openxmlformats.org/officeDocument/2006/relationships/notesMaster" Target="/ppt/notesMasters/notesMaster1.xml" Id="Rb8a42182d3c24f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2bac4daea04e25" /><Relationship Type="http://schemas.openxmlformats.org/officeDocument/2006/relationships/notesMaster" Target="/ppt/notesMasters/notesMaster1.xml" Id="R1eee964211f347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f2fb00acea480b" /><Relationship Type="http://schemas.openxmlformats.org/officeDocument/2006/relationships/notesMaster" Target="/ppt/notesMasters/notesMaster1.xml" Id="Rf4b1447b36b943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518fe3b6254d11" /><Relationship Type="http://schemas.openxmlformats.org/officeDocument/2006/relationships/notesMaster" Target="/ppt/notesMasters/notesMaster1.xml" Id="Rb13051be34ef4c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bea8764cfb49aa" /><Relationship Type="http://schemas.openxmlformats.org/officeDocument/2006/relationships/notesMaster" Target="/ppt/notesMasters/notesMaster1.xml" Id="R29647e1fa42141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df440c5a57460c" /><Relationship Type="http://schemas.openxmlformats.org/officeDocument/2006/relationships/notesMaster" Target="/ppt/notesMasters/notesMaster1.xml" Id="Rd32ada00755e49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9b655dafb843d7" /><Relationship Type="http://schemas.openxmlformats.org/officeDocument/2006/relationships/notesMaster" Target="/ppt/notesMasters/notesMaster1.xml" Id="R011425898a5442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f6547177854cd2" /><Relationship Type="http://schemas.openxmlformats.org/officeDocument/2006/relationships/notesMaster" Target="/ppt/notesMasters/notesMaster1.xml" Id="R1b241cded0114e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af77c88fab46ce" /><Relationship Type="http://schemas.openxmlformats.org/officeDocument/2006/relationships/notesMaster" Target="/ppt/notesMasters/notesMaster1.xml" Id="R83dc7e894c0645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9f63408e954575" /><Relationship Type="http://schemas.openxmlformats.org/officeDocument/2006/relationships/notesMaster" Target="/ppt/notesMasters/notesMaster1.xml" Id="R2824510d13974c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0738c7937641e4" /><Relationship Type="http://schemas.openxmlformats.org/officeDocument/2006/relationships/notesMaster" Target="/ppt/notesMasters/notesMaster1.xml" Id="Raf580d0aa1e040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614a93be684a0e" /><Relationship Type="http://schemas.openxmlformats.org/officeDocument/2006/relationships/notesMaster" Target="/ppt/notesMasters/notesMaster1.xml" Id="R183fed66ce9f49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8409060f0849e1" /><Relationship Type="http://schemas.openxmlformats.org/officeDocument/2006/relationships/notesMaster" Target="/ppt/notesMasters/notesMaster1.xml" Id="R7912ead55d5a4a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168fee690b4c9a" /><Relationship Type="http://schemas.openxmlformats.org/officeDocument/2006/relationships/notesMaster" Target="/ppt/notesMasters/notesMaster1.xml" Id="R2ebacb45be5344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4856bd05ed4ae7" /><Relationship Type="http://schemas.openxmlformats.org/officeDocument/2006/relationships/notesMaster" Target="/ppt/notesMasters/notesMaster1.xml" Id="R0903b7216b4249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b0f27cb987448b" /><Relationship Type="http://schemas.openxmlformats.org/officeDocument/2006/relationships/notesMaster" Target="/ppt/notesMasters/notesMaster1.xml" Id="R0ad75abdd2c44d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9802f1c8c747fa" /><Relationship Type="http://schemas.openxmlformats.org/officeDocument/2006/relationships/notesMaster" Target="/ppt/notesMasters/notesMaster1.xml" Id="R6af2ae68e5f74d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6fef40caf41d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a91ca41a944798" /><Relationship Type="http://schemas.openxmlformats.org/officeDocument/2006/relationships/slideLayout" Target="/ppt/slideLayouts/slideLayout2.xml" Id="R760627bd91e944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627bd91e944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55da775b04522" /><Relationship Type="http://schemas.openxmlformats.org/officeDocument/2006/relationships/notesSlide" Target="/ppt/notesSlides/notesSlide1.xml" Id="R630e3067f607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ce57756e445a7" /><Relationship Type="http://schemas.openxmlformats.org/officeDocument/2006/relationships/notesSlide" Target="/ppt/notesSlides/notesSlide2.xml" Id="R66f898f52a65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236b3688545c6" /><Relationship Type="http://schemas.openxmlformats.org/officeDocument/2006/relationships/notesSlide" Target="/ppt/notesSlides/notesSlide3.xml" Id="Rac68030c7677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7548858b54f6b" /><Relationship Type="http://schemas.openxmlformats.org/officeDocument/2006/relationships/notesSlide" Target="/ppt/notesSlides/notesSlide4.xml" Id="R005dc34b6754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69010170e4d9b" /><Relationship Type="http://schemas.openxmlformats.org/officeDocument/2006/relationships/notesSlide" Target="/ppt/notesSlides/notesSlide5.xml" Id="R7979b51b11ac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790c22ea14318" /><Relationship Type="http://schemas.openxmlformats.org/officeDocument/2006/relationships/notesSlide" Target="/ppt/notesSlides/notesSlide6.xml" Id="Re15861546c8f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af010f83cd4535" /><Relationship Type="http://schemas.openxmlformats.org/officeDocument/2006/relationships/notesSlide" Target="/ppt/notesSlides/notesSlide7.xml" Id="R2b4444b7e6f6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f13c7cef640ba" /><Relationship Type="http://schemas.openxmlformats.org/officeDocument/2006/relationships/notesSlide" Target="/ppt/notesSlides/notesSlide8.xml" Id="R1a80c9189f03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2526d9094491d" /><Relationship Type="http://schemas.openxmlformats.org/officeDocument/2006/relationships/image" Target="/ppt/media/image.png" Id="R6a6344f07b8545dc" /><Relationship Type="http://schemas.openxmlformats.org/officeDocument/2006/relationships/notesSlide" Target="/ppt/notesSlides/notesSlide9.xml" Id="R47e07821432542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16e46019514324" /><Relationship Type="http://schemas.openxmlformats.org/officeDocument/2006/relationships/notesSlide" Target="/ppt/notesSlides/notesSlide10.xml" Id="Rc1bebcb30da143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a26057e944d9c" /><Relationship Type="http://schemas.openxmlformats.org/officeDocument/2006/relationships/image" Target="/ppt/media/image2.png" Id="Rfdd5e55ffa454b85" /><Relationship Type="http://schemas.openxmlformats.org/officeDocument/2006/relationships/notesSlide" Target="/ppt/notesSlides/notesSlide11.xml" Id="R17143c28246a4b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492c3dca84576" /><Relationship Type="http://schemas.openxmlformats.org/officeDocument/2006/relationships/image" Target="/ppt/media/image3.png" Id="Ra00c697b513145c5" /><Relationship Type="http://schemas.openxmlformats.org/officeDocument/2006/relationships/image" Target="/ppt/media/image4.png" Id="R9d14a549b6494fba" /><Relationship Type="http://schemas.openxmlformats.org/officeDocument/2006/relationships/image" Target="/ppt/media/image5.png" Id="R10e23c3567fa435d" /><Relationship Type="http://schemas.openxmlformats.org/officeDocument/2006/relationships/notesSlide" Target="/ppt/notesSlides/notesSlide12.xml" Id="Rd07224da2eab4a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858ffa0de485e" /><Relationship Type="http://schemas.openxmlformats.org/officeDocument/2006/relationships/notesSlide" Target="/ppt/notesSlides/notesSlide13.xml" Id="Rfe9211513e9549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ef7f796d54300" /><Relationship Type="http://schemas.openxmlformats.org/officeDocument/2006/relationships/image" Target="/ppt/media/image6.png" Id="Rd3dba4ad2bbc4de8" /><Relationship Type="http://schemas.openxmlformats.org/officeDocument/2006/relationships/image" Target="/ppt/media/image7.png" Id="R79c3c42732a7479f" /><Relationship Type="http://schemas.openxmlformats.org/officeDocument/2006/relationships/notesSlide" Target="/ppt/notesSlides/notesSlide14.xml" Id="R9528bdf1836b49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a1f268ad74bca" /><Relationship Type="http://schemas.openxmlformats.org/officeDocument/2006/relationships/notesSlide" Target="/ppt/notesSlides/notesSlide15.xml" Id="Rbd710440442141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7f9e4da5d14400" /><Relationship Type="http://schemas.openxmlformats.org/officeDocument/2006/relationships/notesSlide" Target="/ppt/notesSlides/notesSlide16.xml" Id="R57da30a11e4346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c491a77df744a0" /><Relationship Type="http://schemas.openxmlformats.org/officeDocument/2006/relationships/image" Target="/ppt/media/image8.png" Id="R507c861fa1194da5" /><Relationship Type="http://schemas.openxmlformats.org/officeDocument/2006/relationships/image" Target="/ppt/media/image9.png" Id="Ra971d40073d1445e" /><Relationship Type="http://schemas.openxmlformats.org/officeDocument/2006/relationships/image" Target="/ppt/media/image10.png" Id="Rc5d8210481664a41" /><Relationship Type="http://schemas.openxmlformats.org/officeDocument/2006/relationships/notesSlide" Target="/ppt/notesSlides/notesSlide17.xml" Id="Rb0c4a293187c44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996af6db4d47e5" /><Relationship Type="http://schemas.openxmlformats.org/officeDocument/2006/relationships/image" Target="/ppt/media/image11.png" Id="R16242a79428749b3" /><Relationship Type="http://schemas.openxmlformats.org/officeDocument/2006/relationships/image" Target="/ppt/media/image12.png" Id="Rad08a60713cd4502" /><Relationship Type="http://schemas.openxmlformats.org/officeDocument/2006/relationships/image" Target="/ppt/media/image13.png" Id="R8791f772a0734f89" /><Relationship Type="http://schemas.openxmlformats.org/officeDocument/2006/relationships/image" Target="/ppt/media/image14.png" Id="R8ad1965bbb6442b3" /><Relationship Type="http://schemas.openxmlformats.org/officeDocument/2006/relationships/notesSlide" Target="/ppt/notesSlides/notesSlide18.xml" Id="Recb814371d1e43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037eee80d4f46" /><Relationship Type="http://schemas.openxmlformats.org/officeDocument/2006/relationships/notesSlide" Target="/ppt/notesSlides/notesSlide19.xml" Id="Rd237b6d0c9354d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166fa358d44f6d" /><Relationship Type="http://schemas.openxmlformats.org/officeDocument/2006/relationships/notesSlide" Target="/ppt/notesSlides/notesSlide20.xml" Id="R4c201ab35f8f46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0c0c3700b4802" /><Relationship Type="http://schemas.openxmlformats.org/officeDocument/2006/relationships/notesSlide" Target="/ppt/notesSlides/notesSlide21.xml" Id="Refc70647ec6645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fde080c2743b8" /><Relationship Type="http://schemas.openxmlformats.org/officeDocument/2006/relationships/notesSlide" Target="/ppt/notesSlides/notesSlide22.xml" Id="R516e36f9040a4a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593017d674fb1" /><Relationship Type="http://schemas.openxmlformats.org/officeDocument/2006/relationships/notesSlide" Target="/ppt/notesSlides/notesSlide23.xml" Id="R44b44520ee2843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2760e4935486e" /><Relationship Type="http://schemas.openxmlformats.org/officeDocument/2006/relationships/notesSlide" Target="/ppt/notesSlides/notesSlide24.xml" Id="R3f371cbf93e246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181DE-935F-481F-A41A-8DDB02B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81D06-CD5F-41AC-981D-8D0122A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BAB67-2670-48A4-9D71-F631DC61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START / 목차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6114E-BEBC-4ECA-B5A4-1490CCC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BA0C9-BE16-4A3F-A94F-CBF7AD7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F7F84-A220-4DEB-A7C3-745BC485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L1-L54 | 제목·차례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A62D6-91BD-4816-AB51-6EDB5DE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05CEE-F9B3-41F6-9CCD-A56C4382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81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의미론적 3D 공간</a:t>
            </a:r>
          </a:p>
          <a:p xmlns:a="http://schemas.openxmlformats.org/drawingml/2006/main">
            <a:pPr algn="l">
              <a:def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자동 구성 시스템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A93FE-6378-4A8E-B951-E3182CA9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LLM + Generative 3DGS + Unity physical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360D-F979-4EFA-A323-D3AD2F6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CAF6C-F7F4-407F-BFD1-31B8D2C1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278C6-F1EA-4FE7-8A22-AF9823F6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문제와 연구 공백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7C97C-8D20-441D-A172-0508B3B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 이후에도 엔진 실체화 층위가 남습니다.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1EFFA-5C8F-4B96-9F88-1C72620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06A46-8537-419E-AB49-6699E00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C5DCF-1577-4A42-BE24-DC518C09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관련 연구와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E436C-E089-4376-9EDA-1496F03A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3DGS, LLM layout, engine integration, physics.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70E60-CA85-448C-8C67-1BA5D68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FD87C-C0CB-4065-A4C1-830AB5E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04E80-FA31-49E3-8F69-628F59E5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Unity-SplatForge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3211C-399F-48FD-98C1-EB070AF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JSON, LayoutValidator, HybridSceneObject.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7526A-1012-4AC4-A20F-D664C6E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C1BC0-A836-457C-AAED-C721BCE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5C2E6-8B5E-4545-B648-AC20DAE6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실험과 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24B30-1941-41CA-B4D5-7F25585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3/4/4a/4b/5a/5b/6 결과 중심.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D2C9B-CCFC-4E9A-8031-08EFC0F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BB1D5-AE6D-4F0B-9723-DA96620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5FE8F-818A-4E88-8A67-23784F16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논의와 전망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C7CD5-3271-4B5F-87AA-70FC891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world model 대비, 한계, 후속 질문.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2DC82-FB80-4719-B5F3-1DC7D8EC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6300"/>
            <a:ext cx="31432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18DA21-3884-4A12-861E-1EFC85F4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EDA2D-D2DC-42C7-8189-0D1DC1B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80C844-AE37-434A-BA38-8509BBC4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TEXT 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A54027-602A-4E90-B444-2E1DB68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62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60698-F65E-47E0-A0F7-2872806C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478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99A7C-09F6-4214-AB19-4209FAEE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48733-1706-4F8A-B237-2AB5B6E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336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RAYCAST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71A017-7C11-4F02-B72D-FF02D10E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8B14AA-5E8A-4D29-99B9-B52FC85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336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OVERLAPBOX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FCB2E2-DAD8-47B3-9984-6A108881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08A4B-04E1-441E-BE92-A81B66D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194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3DGS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B56A38-F980-41AE-A17E-4343C4B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BD1C95-5649-43EC-AB03-D3E5CA6A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194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02FBD8-2E71-479A-A89B-D362922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객체 단위 의미 배치와 엔진 네이티브 물리 검증을 연결하는 중간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9268626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AD189-CA64-48BB-AE77-5B3EE7CA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8EBAF-3F1C-4889-A225-D52470D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AE798-C3BB-43C4-8120-85F9A667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01 / 핵심 논지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6EEF8-F533-42C7-BAAC-E7BA772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논문은 '생성'보다 '실체화'의 중간층을 다룹니다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B5B5B-0D61-4382-B0F6-614D88C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4EE9D-948F-4500-973F-7711535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90736-9ABF-40B8-8677-71E88D91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L56-L68, L92-L96, L461-L469 | 요약·기여·Table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66B75-1AE2-4460-B05F-F1DCE4A7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7FDE3-A896-4AD2-B046-6303DF2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26046-069D-4BC6-AD32-1951173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문장 주장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71497-C6DB-4613-8C4D-3103E26C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419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LLM이 의미론적 배치 후보를 만들고, Unity 물리 엔진이 검증한 뒤, 3DGS 객체를 게임 엔진에서 작동 가능한 공간으로 조립합니다.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ABFD9-1CEA-4070-8315-9B68CF22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75F9D-1FFF-46B6-B481-0DED0ADC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1E5C9-C79E-466A-BCA0-AE38E2E1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 에셋을 proxy collider와 묶는 HybridSceneObject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65E33-5747-4F64-9563-D176FF5D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40734-F6AF-4069-A46E-DF13579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12977-79C7-4BA2-8EC4-DFA803F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좌표를 raycast + OverlapBox 루프로 검증하는 LayoutValidator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72B2F-1D12-4009-B035-BEDB9A0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EBB48-5D7A-4479-BF5F-06093FC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350D9-815B-484E-A998-F49E061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Semantic Proximity, Safety Zone, Grounding 지표와 절제 실험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B62B8-2101-41FC-848D-957E870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7A090-674E-4B10-9DBD-3F86845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51F53-AED8-476E-A5FE-035440EC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Hands-on authoring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4810B-BC7C-44F8-948C-81652A1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약 78.2% 단축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F6611-D8F6-43D5-8B06-C56C46E8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 평균: 204분 -&gt; 45분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1270A-4A1F-4767-9989-453BE37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078C2-6A75-4B66-BDEC-341055CB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93E65-6F48-4864-91B8-6630A2F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291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Phase 2 sweep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71959-D6C8-4286-B20F-1AC2CE88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90 trials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825DA-6D39-468B-B6ED-A0663B5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530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 시나리오 x 3 조건 x N=5 x 2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2D9826-DA1F-479D-BC35-6A8090CC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핵심은 두 계층입니다: LLM은 의미를 잡고, 엔진은 물리를 닫습니다.</a:t>
            </a:r>
          </a:p>
        </p:txBody>
      </p:sp>
    </p:spTree>
    <p:extLst>
      <p:ext uri="{BB962C8B-B14F-4D97-AF65-F5344CB8AC3E}">
        <p14:creationId xmlns:p14="http://schemas.microsoft.com/office/powerpoint/2010/main" val="4414934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43812-9593-4E8E-A3D7-6609F37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9D08B-0841-4084-8EF8-DBBABE42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D363D-7EB3-486F-9F2E-80F593D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02 / 배경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A1C35-1E28-4CED-909A-4B195BAF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AI의 관심사는 텍스트·이미지·영상을 넘어 공간으로 이동합니다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B8511-6D2F-485B-BEE8-CA6DC9CC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B12AD-9F0D-4182-830D-DD18D611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6B428-F573-44BE-A16B-C459643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L78-L90, L174-L195 | 배경·월드 모델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03CF5-8AFA-4017-9DE2-9CF87DE6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EC81-E6C5-4C03-A86F-2CC113B1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423C1-A740-4255-BD9C-0995268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Text /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689AA-827D-4BB5-99C4-1E7B9270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LLM이 언어와 코드를 다룹니다.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F952D-B97D-4EDE-B511-42CB3C8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3980D-4000-415F-91A4-929334B0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Image /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B01DC-8B6F-4EA3-A8FE-288BC25E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확산 모델과 video world simulator.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60666-7EEE-4B83-8862-D7E1875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67A1D-567E-44DA-9ED2-1791C8BF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7DE0A-50ED-4B35-99A9-12E7652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3DGS, NeRF, text-to-3D.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79093-94F7-4C7D-B465-535AF5B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1D658-51FB-40DE-898E-787739DC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551DE-421A-49A5-AD9B-0BA56102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상호작용 가능한 세계 생성.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2A4A1-5DDA-4E31-BC4B-A906AAB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833A8-4E6B-4AB0-98D8-713981C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F672C-30A7-4EEA-87E8-BB01C99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6BB05-F016-41A7-A00D-68B442E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63790-9CF1-4624-83E1-9975D0D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D48AE-C65F-4CD0-9317-03DD7B5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76BC5-CB05-4FC8-95AE-D296242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27E3B-EEBD-42B2-86C5-24576130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하지만 '세계 생성'과 '게임 엔진에서 충돌하고 이동 가능한 공간'은 같은 문제가 아닙니다.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D4D8C-B028-47C2-8B25-2224F68A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본 연구의 질문: 생성된 3D 표현을 어떻게 객체 단위로 배치하고, 물리·이벤트·내비게이션 체계와 연결할 것인가?</a:t>
            </a:r>
          </a:p>
        </p:txBody>
      </p:sp>
    </p:spTree>
    <p:extLst>
      <p:ext uri="{BB962C8B-B14F-4D97-AF65-F5344CB8AC3E}">
        <p14:creationId xmlns:p14="http://schemas.microsoft.com/office/powerpoint/2010/main" val="9181308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ADA7B-1C71-4B8A-B713-9D964D1E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A6BB4-1318-4C94-852C-77FAAE69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55392-29BA-43E1-B02D-5B20378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02 / 연구 공백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56F2F-0E24-4DC5-B98E-5E68A8D5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 출력과 엔진 실행성 사이의 빈 층위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96F6D-E0BE-44D4-BE86-9E1A62AB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BB1F-4DAB-4F08-BA7A-C3253EB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4B2E2-F1F7-4474-BA09-228C2DFF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L205-L215, L585-L605 | 선행연구 공백·월드 모델 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03EEE-36EE-4D4E-8A5D-2453D14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33FC2-4D21-47E4-8658-B74DBD0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40F67-3391-4FBC-83C6-8AD86901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Scene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88DDF-DE0C-42AD-8D52-629C27F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모델은 방이나 세계를 통째로 생성합니다.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 / mesh / video 표현.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621FF-6B00-48C7-B3FA-D6C395F9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14500"/>
            <a:ext cx="276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6F6A7-B3A6-4170-883D-F50B2D49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Missing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9F622-728B-4856-AEBD-8163000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47900"/>
            <a:ext cx="24193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객체별 의미 좌표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/ grounding 검증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component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B8BB6-8618-425B-BF2E-1A7A19C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B5D55-BEA6-4851-AF95-185B6B6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 embodiment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10F6F-DB0F-45B2-8D7A-5C2C9555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PhysX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collider / NavMesh / event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runtime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080CD-ACD7-484F-B97B-747F37B8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65863-6BA4-4EE9-A857-F4CB928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05D8A-857E-4FC8-9A7F-BC5844BD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E8751-9E58-42A5-ADEE-D2CB5DD3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3332E-384B-4F91-AD47-F2A9BB2B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6972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F8895-3F6D-4ED6-AB2E-2683E5A9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Unity-SplatForge는 이 가운데 층위를 객체 단위 semantic placement로 구현합니다.</a:t>
            </a:r>
          </a:p>
        </p:txBody>
      </p:sp>
    </p:spTree>
    <p:extLst>
      <p:ext uri="{BB962C8B-B14F-4D97-AF65-F5344CB8AC3E}">
        <p14:creationId xmlns:p14="http://schemas.microsoft.com/office/powerpoint/2010/main" val="20125851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9567C-5F1E-4CEC-BB98-7B4209B3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7E961-AA55-47CD-97F5-4AAF910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9AB10-7C02-4FBD-9718-AE814108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관련 연구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1B686-AF5B-48FA-ABBB-43F75B10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선행 연구는 네 축으로 모이고, 본 연구는 그 사이를 잇습니다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EA998-AFF3-46E9-BC72-59E7275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6EACC-3D2D-4F4F-B9B1-46D4E16B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56478-AC1A-4FDE-A669-BF9439E2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L102-L205 | 관련 연구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B0977-23A8-46D5-93C5-8DF772FA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11476-EEDC-42B1-B72D-90F75A87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9C6B2-6DC6-4E91-AE9E-56A6458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A0A92-5B17-45D1-8881-FB4BB53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명시적 splat 표현.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빠른 렌더링과 편집성.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DA2DE-1BBA-40BA-96E2-955CC856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4C1B8-F67B-45F6-97BA-B7FA165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Generative 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79B74-9A78-4EC9-BADD-A96AE9D9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DreamGaussian, LGM.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텍스트/이미지에서 객체 생성.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A41CE-5367-4A0D-A805-1233A4A0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3E6F-A227-4B15-8484-ECA86BDA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7CE20-C968-451A-8E0B-A00F0B6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LayoutGPT, Holodeck.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상식적 관계는 강하지만 물리 좌표는 불안정.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BBA2F-B3BB-4A1C-AA54-A5E7A9F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E0105-5FF4-4748-A62A-D453CF7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 / physics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88234-270F-4AAC-886F-9B0D677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MCP, PhysGaussian, PhysSplat.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통합 또는 네이티브 물리.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F394E-980F-4E5C-B156-A8580D93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861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D9FBD-6717-4247-AB4E-B5ADF0F3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공백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24F0FA-8399-4349-8BD1-ACC44740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3DGS 에셋, LLM 배치, Unity 물리 검증을 하나의 저작 파이프라인으로 묶은 실용 계층이 부족합니다.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E0AB2-B3AA-406D-B146-45C75D2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1a / 1b는 각각 macOS 3DGS 도구와 world-model 분류를 비교하지만, 발표에서는 결론만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7584140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6A61B-1843-43FC-9222-EB175F3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9DA20-9C63-48BE-9907-FF8BF190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2ADE0-5F38-49B2-942C-556FF381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E3B88-3705-4953-8AF3-4A636DD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3DGS와 생성형 3D: 빠른 표현은 얻었지만 엔진 물리는 비어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4E35C-F23A-42C8-A295-C45CD7E2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9E49E-F4BE-416C-BB3B-9B32042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C3A30-298F-4C74-B6E6-ECBAD59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L104-L122 | 3DGS·생성형 3D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19968-B868-4FFB-88C8-6CF7EE0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5E180-807E-406C-B9D7-09491AA2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DCD9-E6BA-497D-9B31-BED9443D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 Gaussian Splatting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89D6B-A201-49B2-9B32-4595758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Kerbl et al. 2023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수십만 anisotropic Gaussian으로 장면 표현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1080p 100fps 이상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995C2-1900-4ABD-B797-2E74274E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F3188-E22C-4857-9A2B-AF0BF60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Generative 3DGS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C2707-9A91-41DE-84C5-0FA0043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DreamGaussian, GaussianDreamer, LGM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텍스트·이미지에서 3DGS 객체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31ED2-9110-4071-82F5-6D2890A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C96AD-F60A-4CE6-8B13-EA0584C6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Scene-level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44AD3-954C-4CE5-AA4B-38A52D3A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DreamScene, SceneTeller, SceneSplat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장면 레이아웃과 3DGS 합성으로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FCFFF-84F1-44B1-B933-B31CA3F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FAB2A-C543-4253-8299-6D039FF3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선행 연구의 핵심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8AB41-2E40-43FF-BB76-F4CECF3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3D 표현의 생성 속도와 시각 품질을 크게 끌어올렸습니다.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8C963-40F1-47C1-85FE-A7B0F843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7F87D-5CD9-4481-A6F5-936D2B4B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 연구와의 차이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18304-C9E3-4633-A78F-185469E5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충돌체, object metadata, Unity runtime 연결을 별도 계층으로 설계합니다.</a:t>
            </a:r>
          </a:p>
        </p:txBody>
      </p:sp>
    </p:spTree>
    <p:extLst>
      <p:ext uri="{BB962C8B-B14F-4D97-AF65-F5344CB8AC3E}">
        <p14:creationId xmlns:p14="http://schemas.microsoft.com/office/powerpoint/2010/main" val="793300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A88F24-AD6E-44E3-850B-21808B12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30079-EAFA-4E32-BE45-5C1BF43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A01C5-625F-4184-81B9-413928B8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95E0A-2F19-4F91-8B63-B6884A9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layout: 의미 관계는 강하지만 좌표의 물리성은 약합니다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9D0F8-EE89-41F3-B69A-0E911FB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8CB6E-16CE-4943-87D0-544F7D9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3FA87-7A90-4AB5-8BA1-B43A31D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L124-L144 | LLM layout·엔진 통합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F93B0-5898-4B62-8167-C4F2D42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0DE6A-B78A-4700-89DB-4E7970E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6139A-6615-4279-967A-154344C1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25628-6E63-4DCA-AF96-F46AF3BD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in-context learning으로 가구 좌표를 선언적 명세로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4FE47-47AF-4A24-9FF3-29DF555D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F4F8B-D13A-4639-944E-F77B597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Holodeck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9A31B-64D7-44DD-B5B7-830ED1E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주거 공간 전체를 LLM으로 구성하고 Habitat에서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BDC40-ADC0-43B9-B5DA-CAC5C0D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F8864-74D8-4BEA-A7D1-C9C8B138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LayoutVLM / DisCo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6D26A-231E-414B-B3B6-BD33A2B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렌더링 관측, 다중 에이전트 비판·수정 루프로 보정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EAD71-9127-451F-8BA2-322009B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8C97E-6081-435A-B43B-8F36716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LLplace / FurniScene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F1D38-1352-44BC-95B5-32212D88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오픈 모델 파인튜닝과 대규모 room layout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2F77C-6D1B-4A1D-9F31-48C7D259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4F85A-087F-4A23-8FF7-C4D4CC6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선행 연구의 핵심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7E13D-D8BF-43D7-ACBC-A283E89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침대-협탁, 책상-의자 같은 상식적 관계를 좌표 후보로 바꿀 수 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C3980-5C82-4CB4-BADE-2476EC18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76250-FBCB-4E08-A4BE-D33A917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 연구와의 차이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EE5EF-23EE-4981-BE6D-BF40CADB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좌표를 신뢰하지 않고, Unity raycast와 OverlapBox로 엔진 좌표에 다시 고정합니다.</a:t>
            </a:r>
          </a:p>
        </p:txBody>
      </p:sp>
    </p:spTree>
    <p:extLst>
      <p:ext uri="{BB962C8B-B14F-4D97-AF65-F5344CB8AC3E}">
        <p14:creationId xmlns:p14="http://schemas.microsoft.com/office/powerpoint/2010/main" val="16296342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28BF0-B9B2-4C52-932B-0BC6838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201C1-EDAD-49DB-983D-6A2C88C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45B66-8602-48F4-AEA5-854A516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E0835-12C0-4286-9149-BA6B3F6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월드 모델·물리 3DGS와의 경계: 본 연구는 다운스트림 실체화 계층입니다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613D4-A4D8-4BD5-A867-BE567932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41BC3-CBB4-4F50-92C7-FF5BC88B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D01F3-600B-4DA3-8CC9-7FD322CC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L174-L205, L589-L605 | Table 1b·물리/의미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FAA2D-9B2A-4566-A041-8E58625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55107-1AED-4A5A-AE53-F29FE39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C680-33AE-43AD-913E-41F4B5B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7ADF4-435B-47FA-968E-AF8641B5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Lyra, Marble, HunyuanWorld, Genie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씬 전체 또는 interactive world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36234-D7B3-4D89-A481-2F2BEDB9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21ADF-521D-4E24-9561-4C867BB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Physical 3DGS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0963B-0876-453A-8622-C260804A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PhysGaussian, PhysSplat, GASP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가우시안 자체에 물리 의미를 넣는 상향식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E9540-8B4B-4473-BADD-CDA22EA6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EB4AD-661D-47E8-BBA5-FEEDA6A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Engine-native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E7A26-020B-4DE7-B77F-2D263E67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MCP, AI level designer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도구와 생성 AI를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3228-7D81-4946-8FA5-5F0168A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FA5D7-13A5-4FC6-A08A-885B3C8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차이점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06C69-A641-431E-B888-3425085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월드 모델은 '전체 장면 생성', physical 3DGS는 '표현 자체의 물리화'가 중심입니다. Unity-SplatForge는 이미 생성된 객체를 엔진 안에서 의미 배치·물리 검증·편집 가능한 단위로 조립합니다.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D5668-3507-4423-8CD7-AF9C83F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따라서 경쟁축이 아니라, 생성 모델 출력물을 게임 엔진에 실체화하는 downstream bridge입니다.</a:t>
            </a:r>
          </a:p>
        </p:txBody>
      </p:sp>
    </p:spTree>
    <p:extLst>
      <p:ext uri="{BB962C8B-B14F-4D97-AF65-F5344CB8AC3E}">
        <p14:creationId xmlns:p14="http://schemas.microsoft.com/office/powerpoint/2010/main" val="6138999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11357E-FC6E-469B-B345-D9648BD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04662-3C17-4C78-BC01-4228B26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5D1B3-63A4-4663-B154-18D5089C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351FC-6AED-4C19-B7F6-5AA26AC0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전체 구조: prompt에서 playable room까지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90115-468A-48E2-A8C0-29B8484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6F32A-4CD6-4559-92E3-C96E453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C991F-4803-4AE1-B7E5-FF277392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L217-L250 | Figure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2BCFC-B3AF-49EE-8E63-0BE7E0F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1CA19-94EC-4FDC-8692-D9FA8D31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344f07b8545dc"/>
          <a:stretch xmlns:a="http://schemas.openxmlformats.org/drawingml/2006/main"/>
        </p:blipFill>
        <p:spPr>
          <a:xfrm xmlns:a="http://schemas.openxmlformats.org/drawingml/2006/main">
            <a:off x="819150" y="2285381"/>
            <a:ext cx="10325100" cy="154428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6542A-B213-472A-9828-F2CDD64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1. Unity-SplatForge data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B2877-24FE-465A-8C16-7D0869D2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3E02E-6CF7-43D1-8299-131C897D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F0D69-D078-45FC-9DFB-1425EAE4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528C1-ADD8-4860-98D3-1745C72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자연어 방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1F1BE-2D78-4D06-A357-14BACE9D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한국어·영어 room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94727-EA1F-4DB2-920C-0A4C800D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44AD0-0F68-4E60-AB02-E3A36EEA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461DB-5C88-4622-8903-CFF4A94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Middle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1856E-6548-4549-BF73-EF82034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JSON + 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730E3-B88E-427D-AD45-033B3A8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좌표 제안 후 raycast / OverlapBox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7C2C1-FEE6-46A2-B228-B69F208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5EAF6-973C-45FF-BFB0-23FEB1A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AFE41-3DDA-4182-A220-8E5C26D1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BB37D-A673-4F64-917A-1885A645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engine-native room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EA693-DD5C-46E8-BEC6-F97B7645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HybridSceneObject와 Unity runtime</a:t>
            </a:r>
          </a:p>
        </p:txBody>
      </p:sp>
    </p:spTree>
    <p:extLst>
      <p:ext uri="{BB962C8B-B14F-4D97-AF65-F5344CB8AC3E}">
        <p14:creationId xmlns:p14="http://schemas.microsoft.com/office/powerpoint/2010/main" val="15108575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B295E-FC94-4E2B-81BC-96AFD14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9C8C3-412A-4DED-B91C-6E59DFB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A2285-7804-47F6-9088-6FAE7F5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구성요소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97084-4B54-4990-A95F-0D4EA5F4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1: 표 전체 대신 시스템 역할만 남깁니다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7CCD-8E38-492C-B253-F69F1FD3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AC365-A71B-4E77-B3E7-CC9A9C5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01504-EA25-4FEF-B784-61F4F9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L219-L250 | Table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F961B-6858-45F6-836A-71D54F7C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7FB20-E23E-4992-AEFF-0DD0105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ECC1-C865-49E1-84B6-3F7572BE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9CD85-52B4-431F-BAB5-FCA35C4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room prompt -&gt; object coordinate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EC95D-8304-489D-A2D0-B359CA5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E414D-8997-4A9A-A3D7-C0E20D87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ProBuilder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0CA2F-AC8F-4C99-BBD1-2F93043C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walls and floors as exact structure mesh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5E842-3E63-49B5-8123-8379F9D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D1A1-5E5F-4065-B98B-59DA901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Brush / 3DGS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BCC25-8F0F-43A0-B56A-32335440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asset training -&gt; PLY -&gt; GaussianSplatAsset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684DF-F8E4-451E-8021-39590AE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A28C1-CFC4-49DC-A94F-D24D3E4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HybridSceneObject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659EB-E714-4421-AEC5-3DAB2953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GaussianSplatRenderer + proxy collider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2E8C9-0994-4061-88E5-4A1FF83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46117-57A8-487C-BC48-0650AFF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LayoutValidator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D381B-29CD-4D07-9645-2176E65E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raycast snap + OverlapBox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5929D-7ED5-4360-A887-63CBDC5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3E554-4EB2-44F8-9CD6-509FD603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16EBA-FF17-44BE-9CE7-9C3D001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16643-C7DF-4844-9222-401FE3A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2EF65-4BB5-48EC-85F0-4CA9FCE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65B37-3B21-4B42-BCEF-B88CA59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08544-17F0-4DE5-BC32-3702DF0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F14AC-C2AA-46F9-988E-B058300B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AAA5F-7B1A-4A2C-8748-6EAE46F1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907B67-4C65-41F2-A2D2-CA493759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43425"/>
            <a:ext cx="891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원칙: 구조 기하는 메시로 정확하게, 객체 외관은 3DGS로 실사감 있게, 물리 판단은 Unity가 명시적으로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7070181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909C7-7045-4C1D-9592-0850BF9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FA072-CAC1-435B-9610-25816C8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1EBBF-4951-4CC6-873D-646F4D40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물리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230D0-3463-4122-BDF3-97146269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LayoutValidator: LLM 좌표를 엔진 좌표로 닫는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4848F-022D-49EF-9A63-40F9520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0C99-F348-47F4-B60E-24A8AFD7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40587-5A34-47D5-9DBF-0F09FA0D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L276-L307 | Figure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10C64-1827-4017-A394-D56E9A2C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B1314-D659-4E3C-AF3B-A4768939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010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5e55ffa454b85"/>
          <a:stretch xmlns:a="http://schemas.openxmlformats.org/drawingml/2006/main"/>
        </p:blipFill>
        <p:spPr>
          <a:xfrm xmlns:a="http://schemas.openxmlformats.org/drawingml/2006/main">
            <a:off x="2251726" y="1581150"/>
            <a:ext cx="3840447" cy="3752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EED69-89D1-4E82-8421-FA58C834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2. Raycast -&gt; Snap -&gt; OverlapBox validation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2F4C2-B35E-456A-892B-1218A09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0EB66-715D-4D44-9B6F-21AC2F3C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3C032-48A3-4482-AC26-D10457F3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1335C-41B9-4B31-8726-54604C3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좌표 수신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3093D-9DAB-4E95-B73D-D885F8E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object center 후보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0DAB5-A464-4D46-9DBC-205AE781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3EEF8-31D0-4575-BC0E-ABD2ACF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69BB3-35AC-458D-B9A8-7DD9B44A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9ED06-21BA-4EEE-88AC-32DFBBA4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Floor snap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07F4B-7332-4255-88A0-DB5EFF36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상공 20m raycast로 Y 보정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79870-BB83-4C1B-9161-0AECA2F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06D4C-81CA-4157-A0E4-A7BBD649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E3612-1C28-4B41-8D52-4502539E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S3-S5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ACB29-9117-457D-AC42-0FEFAFB4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OverlapBox 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3A00F-C6BB-4FC4-A991-3AECFC7D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864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충돌 push-out 후 벽 clamp</a:t>
            </a:r>
          </a:p>
        </p:txBody>
      </p:sp>
    </p:spTree>
    <p:extLst>
      <p:ext uri="{BB962C8B-B14F-4D97-AF65-F5344CB8AC3E}">
        <p14:creationId xmlns:p14="http://schemas.microsoft.com/office/powerpoint/2010/main" val="2690021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5BE8D-3B7F-4F25-B0FE-09D2041B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A1203-3A80-4690-830F-222BEE77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6AE64-83E8-42DE-BB94-A7DF6D92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3DGS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37AEB-EAAE-4E6B-8366-CAC9BA71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HybridSceneObject: splat의 외관과 collider의 물리를 분리합니다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1D547-330C-4F61-9611-F69F088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4D2F9-6C0A-4702-B1EA-6E505505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34316-4D6E-4C7B-A5E7-49A6141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L437-L455 | Figures 13-15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5E45C-5E73-4F6A-AF1F-A51BA30A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E5041-4CC7-4247-8E49-0FD1101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c697b513145c5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877DA-2268-4F2B-9921-40A5897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4a549b6494fba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39BE2-F670-4B27-9EED-2A249A7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23c3567fa435d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D6C2F-B5D9-4973-B9F0-87113B5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13. 단일 3DGS Statue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D653A-A476-46D2-8481-92867CA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14. mesh chair + 3DGS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7ED88-7525-4654-9F4E-0796D52F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15. mesh sofa + 3DGS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06223-7963-4689-A94D-0D48EFD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 자체는 표면 충돌을 직접 제공하지 않습니다. 본 연구는 proxy collider를 씌워 Unity 물리 체계와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4777787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6F926-24B1-45BC-B093-14599F6E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A7A55-ACEB-4FA0-8510-0626AD8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25A6-918A-4A7E-B3A3-D626B89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macOS 3DGS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F8A96-520C-4E28-8DAC-35CF7F1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1a 결론: Brush를 선택한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7C877-9458-414F-958D-28B13AE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2AF7-6ADB-4355-A6B8-38FA790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ED09A-CD13-4DE5-AAFF-5053AFCB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L146-L170 | Table 1a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8627B-DD9A-4BD5-BD3B-A16DD60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8409A-30F0-4641-ABA2-44D3E8A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F2E41-A967-455F-9E3C-07210B5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License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94237-6961-4C64-917D-D351645E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Apache-2.0.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연구 공개와 후속 상용화의 불확실성이 낮습니다.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CA6DC-3656-4566-9667-CE62D25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F075E-57CE-4017-B41C-EEE16BDB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7C0F0-753A-410A-8BFA-E0884354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2026-04-19 업데이트.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wgpu 기반이라 Metal/Vulkan/D3D12 회귀가 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D1782-2CFD-47E4-B005-1419688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CD7EE-300F-4DA9-A792-BCB1C54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PLY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C19F4-2560-4CF9-AF41-271653B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원 3DGS PLY schema를 유지해 aras-p UnityGaussianSplatting과 직결됩니다.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D8A9C-3FF2-4237-8A95-0E5E7A5A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5D6B8-43C5-484A-9C6D-AF4E3279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Brush 300 iter -&gt; PLY 118 splats -&gt; Unity PlayMode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B72CB-9EAB-4D5B-9A63-D6BF269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E2E PoC 6개 acceptance criteria 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2BF4D-AE39-436B-B037-7F8E78D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7FE97-63E7-462B-A7CE-C9EE5A4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98D9F-7AD7-455A-B653-79789AFD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aras-p runtime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B278A-59EE-4367-94AE-FA6DC69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46 FPS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963C6-42C6-4855-9F2E-645BBC9B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M1 Max, 6.1M splats, 21.5ms</a:t>
            </a:r>
          </a:p>
        </p:txBody>
      </p:sp>
    </p:spTree>
    <p:extLst>
      <p:ext uri="{BB962C8B-B14F-4D97-AF65-F5344CB8AC3E}">
        <p14:creationId xmlns:p14="http://schemas.microsoft.com/office/powerpoint/2010/main" val="2550156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73B3A-CCBF-463D-B441-63CD394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D7453-206A-40FC-99BD-3C88166D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73B3B-B48F-43F4-9071-D93CAA2A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Brush 품질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88FF2-9389-4857-8819-DCC0FEE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5a: Apple Silicon에서도 표준 3DGS 품질에 접근합니다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7454-3C60-416F-8D75-1EA4C447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ED31-6E4A-4CEE-9EEA-451C9A7F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DB79C-A22E-4D57-A2BA-2B1EEB7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L344-L385 | Table 5a, Figures 5-6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A7A8F-58B4-47E7-8634-6693A48F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6699A-0BA4-484E-B78D-12F6759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257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ba4ad2bbc4de8"/>
          <a:srcRect xmlns:a="http://schemas.openxmlformats.org/drawingml/2006/main" l="0" t="1049" r="0" b="1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66850"/>
            <a:ext cx="52578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DB966-CD01-4A59-A218-1B3AEA2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66850"/>
            <a:ext cx="5257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3c42732a7479f"/>
          <a:srcRect xmlns:a="http://schemas.openxmlformats.org/drawingml/2006/main" l="0" t="1049" r="0" b="1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66850"/>
            <a:ext cx="5257800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EF69E-11EB-421C-8E5E-D44667B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5. COLMAP sparse input / Brush 30K / PSNR 32.21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2966E-F9CF-4025-8A04-A39BE625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6. hloc sparse input / Brush 30K / PSNR 31.84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685E3-51E5-4044-A386-B012EAC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005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30K iter: 73분 26초, 592,046 splats, PSNR 32.21 dB. 원 3DGS bonsai benchmark 32.4 dB와 0.19 dB 차이입니다.</a:t>
            </a:r>
          </a:p>
        </p:txBody>
      </p:sp>
    </p:spTree>
    <p:extLst>
      <p:ext uri="{BB962C8B-B14F-4D97-AF65-F5344CB8AC3E}">
        <p14:creationId xmlns:p14="http://schemas.microsoft.com/office/powerpoint/2010/main" val="10425631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DA400-5DAB-4A19-BC16-AF89B73E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1AF9-A4EF-43FC-B4E0-BF7EDC9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FAD0E-B2CF-446D-A623-2B20BE2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SfM 병목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C4E76-7BB2-4AC4-A89A-8F0E9A3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5b: hloc + LightGlue는 속도를 줄이고 품질을 보존합니다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7FFA8-91C2-4FDC-8FA6-778C1534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33937-D729-4F1A-8C79-9EC8E8F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B2530-ACB0-44DE-8624-CCDD4638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L361-L373 | Table 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069B6-546C-4E0F-BAE1-DF5F4B5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78BA3-95DB-4887-91C2-B0DE8DD9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COLMAP no-CUDA SfM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612F-5EBC-4E4B-BFDF-42534BD0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592F3-AD80-4CE4-AF17-77076B83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A9AC5-C635-42EC-94E7-918697B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02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106:04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989BA-798A-404B-B179-1A5061A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hloc + LightGlue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4CA01-759C-4273-964A-499D9969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E0A0F-753C-4B7A-B354-63C74CE0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65277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81A81-A56B-4090-BBD6-58F9CB2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860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rPr>
              <a:t>51:06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31F2-BB34-44EF-BD8E-81B0902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F0B9B-5B7E-4F0E-888A-EEB3B2E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Full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FF584-3802-437A-B66B-B2B91972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4110A-4691-400F-84EE-30598A1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3831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9A9F5-EA52-4773-967C-E1FB2F4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385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179:30 -&gt; 124:49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248EB-329E-4FA6-970A-FD250C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45717-8C9B-49C6-B475-A84B36A2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A723F-7600-4802-99B5-7A99F87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Pair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E765C-6095-4334-B0D1-2989B7E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42,486 -&gt; 2,865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0D17C-8211-4B8A-A446-2CA944F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sequential N=10, 14.8x 감소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68062-1611-4AB0-99EF-424960E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55F71-1BE9-4B71-9921-F564640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7428AE-5F03-47A4-9534-D1DF30F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Quality delta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749B1-FB00-4781-8FFA-80228E9E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-0.37 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C163FE-A09F-4154-90DA-A51E356C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32.21 -&gt; 31.84 dB, 허용범위 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0B81A-8C3B-4A1E-BDE3-C699C554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결론: macOS 단일 파이프라인의 병목은 학습보다 SfM 전처리였고, hloc 적용으로 정상화됩니다.</a:t>
            </a:r>
          </a:p>
        </p:txBody>
      </p:sp>
    </p:spTree>
    <p:extLst>
      <p:ext uri="{BB962C8B-B14F-4D97-AF65-F5344CB8AC3E}">
        <p14:creationId xmlns:p14="http://schemas.microsoft.com/office/powerpoint/2010/main" val="143330298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98067-41FC-4B2A-80B3-7C86ECD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B6BBD-0464-400F-AF58-25D3763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175E-85E4-4524-B755-05BEC717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실험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0D801-84E2-4BFD-BA9D-BD747F8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Phase 2 sweep은 LLM과 물리 검증을 분리해서 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58DE0-B4EC-454B-A7ED-B730C297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76AA5-A263-43E0-A69D-96C5128B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ACFF8-9956-43D7-9B6E-1384963B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L393-L397, L484-L488 | Phase 2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21A61-689A-496A-92B5-4B708B6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C1AC1-E278-4A9D-81DC-137F9D8C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EF72D-CF51-4A79-8815-DB3725E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70B23-D5BE-4325-B6B1-810F57C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90FB2-6B41-4207-80BA-C4BEC1B9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90 trials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F537B-7756-4BBD-8D91-92A89E3A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 scenarios x 3 conditions x N=5 x 2 providers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A1060-6A1C-41AA-9E8B-D2952B9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4E510-1805-4B3C-9B7C-9127E9D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4A934-3029-4272-A2F0-463AACDE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312AA-81BF-4797-84DA-A68FC0C6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31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B91F-66C8-43AB-94EC-5E43D85C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gpt-4o-mini, 총 비용 $0.0094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E0410-7007-4E86-BA70-1EB14397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EEE40-A9AA-4D00-ADC7-E457217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5DDF1-48A5-4738-8DEF-BFE10C40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9CC6B-DBF0-4F5D-A780-A39F74F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13.4 s/call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32D6B-77D2-486D-9A92-00970F6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비동기 pipeline에서 trial overhead +4~12%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688B3-411C-4434-9275-8B2756F8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E5548-FB03-46EB-87FD-2450123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Scenarios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94D0E-9C9A-413D-8A71-D17C791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cozy_bedroom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modern_office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living_room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7A885-F5B2-4F5E-AA19-B7A48FB0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C695E-938D-4BF2-BCE6-294340F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36CB9-313D-43F0-92D1-B072121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full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llm_only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random_physics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12128-105E-4DE7-B320-3A5DB4D6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D4953-5C25-4A54-9931-FC58920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63B7B-2DAC-423C-A0DB-20B3B5F4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floor adhesion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semantic proximity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/ resolved overlaps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18DD3-7A26-45DC-9311-FADFC8D3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76900"/>
            <a:ext cx="807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8E2B1-47F6-46E1-806C-068B169F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72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표는 전체를 보여주지 않고, Table 번호와 결과 메시지만 발표합니다.</a:t>
            </a:r>
          </a:p>
        </p:txBody>
      </p:sp>
    </p:spTree>
    <p:extLst>
      <p:ext uri="{BB962C8B-B14F-4D97-AF65-F5344CB8AC3E}">
        <p14:creationId xmlns:p14="http://schemas.microsoft.com/office/powerpoint/2010/main" val="9729476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E954E-BE34-4081-B124-2A4CE8A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49367-58A0-4591-B8D3-52F9583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B707C-BF7C-484C-9315-DC7A0E7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정성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FF32A-C8C4-4F9D-8058-C6727FAE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Figures 7-9: full pipeline 대표 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03D4-8CE6-4E0B-8C6C-E1D6AFED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E2C66-9367-40D7-B789-CEB691A6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C53CB-2D88-4D79-AD7F-40CD72C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L397-L409 | Figures 7-9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7E51E-DFE4-4C6C-91E7-96AE946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B265E-D2CC-49AC-8F47-7EDA6F5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c861fa1194da5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650B9-0663-4B20-A379-047EC8C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1d40073d1445e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4825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E4C19-DCF7-47A2-91BD-667981F8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8210481664a41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43B55-CFD7-441E-86DD-603900A8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7. bedroom full / resolved 16 / residual collision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21886-DEA5-4285-AFA8-35E86DDA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8. office full / resolved 43 / residual collision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DA310-C92B-4CAA-82CA-1EA1BF5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9. living full / 한계 사례 / residual collision 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98F76-7FC7-47F1-97D5-9DD40ABB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bedroom과 office는 의미 군집이 보이고, living_room은 자산 카탈로그·피벗·밀도 문제가 드러난 한계 사례입니다.</a:t>
            </a:r>
          </a:p>
        </p:txBody>
      </p:sp>
    </p:spTree>
    <p:extLst>
      <p:ext uri="{BB962C8B-B14F-4D97-AF65-F5344CB8AC3E}">
        <p14:creationId xmlns:p14="http://schemas.microsoft.com/office/powerpoint/2010/main" val="140397650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6F81D-D46A-4045-96BA-165194E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CFCF5-7867-481E-86E6-CDB525A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D2128-EB6E-4A07-8DFB-6BE5D1B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절제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9B9D7-F4AA-4982-BADB-4B6A400E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Figures 10-12: random_physics는 물리만 통과해도 의미가 약합니다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209CD-57DC-47EB-B9CA-0F044D8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942B6-25BA-435D-9DB4-77984AC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02653-B0E7-459F-B34C-0FEB4C0A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L411-L423, L535-L551 | Figures 10-12, Table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8968B-0ABB-4BDB-8C9F-83972C84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79DAB-9DBE-422B-A94A-9E2FC9B2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42a79428749b3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41578-547B-44C1-B8B0-F0784D49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a60713cd4502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5D6AB-FBE5-4F40-9D19-07FABDA4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1f772a0734f89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64878-1A3D-445C-BD1D-DBBBF481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1965bbb6442b3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6153-44C2-43FC-BACE-7676EF8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full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8744E-79A3-4841-873B-B9024F6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random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A64C5-D6FE-4CE8-ADEB-F7A26CD4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Office full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08067-F02F-4975-B40B-BE674AD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Office random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28AE1-EBE8-4085-8D7E-FC70069F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019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동일한 LayoutValidator를 통과해도, LLM이 없으면 침대-협탁 / 책상-의자 같은 의미 페어가 유지되지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18574-7448-4776-8374-755ABDBF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이 장표는 Table 6의 semantic proximity 하락을 시각적으로 먼저 이해시키는 용도입니다.</a:t>
            </a:r>
          </a:p>
        </p:txBody>
      </p:sp>
    </p:spTree>
    <p:extLst>
      <p:ext uri="{BB962C8B-B14F-4D97-AF65-F5344CB8AC3E}">
        <p14:creationId xmlns:p14="http://schemas.microsoft.com/office/powerpoint/2010/main" val="13443664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785F6-85B2-4568-A4C9-770A05F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0663E-5797-46AF-AE19-C978EB1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0F447-C18B-4490-A61A-77C6187D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초기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5A22-11D0-4595-8DE6-AF54571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3 / Table 4: 저작 시간과 물리 보정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DA98-3DC5-48F3-8469-02797D8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36E6A-6521-4686-B3CC-7D473775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0ED2E-1316-4B42-92C2-5888FDC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L461-L482 | Tables 3-4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4CADE-D4D3-400E-A785-51CC6BB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F035-E563-401A-BA87-C8F05FB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C0BB8-6459-48A6-88C7-B7A23FA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92DAC-05C0-4CA8-9E6E-654D64D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 평균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A0713-11C9-42CD-8564-4016B31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78.2% 단축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C04AD-6EF7-409C-B3D8-4C123D7E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수동 204분 -&gt; SplatForge 45분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DDB0E-BDA1-40A0-B460-04B278C1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974FA-4281-45EB-B46C-DAEAFD9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53544-020C-43F6-9696-CD4106B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4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9C887-B7B2-471B-9173-E610259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-89.7%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D73EC-DCCF-4CAC-9106-0BE4B80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0.039 m3 -&gt; 0.004 m3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F97A5-AA3B-4BD6-AFA6-5923898C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CCEE9-7643-4439-AD84-7A0BAB29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1F350-D234-4F11-8AA5-AA1A1387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4 Grounding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05C5F-27D8-4CF5-BFE0-88061F3E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+32.2%p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121E6-9AA4-4CB6-831C-DB41CA3A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61.5% -&gt; 93.7%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C8DDA-AD2A-4EB5-B95B-46D5772D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Semantic Proximity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2177D-9925-4404-861E-AB8001C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719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D818E-8C18-4028-A022-F3031DB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71925"/>
            <a:ext cx="41109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17DE9-F777-48D1-8AD5-BFE46670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147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61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861A6"/>
                </a:solidFill>
                <a:latin typeface="Apple SD Gothic Neo"/>
                <a:ea typeface="Apple SD Gothic Neo"/>
                <a:cs typeface="Apple SD Gothic Neo"/>
              </a:rPr>
              <a:t>0.80 -&gt; 0.83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67A1C-4CF8-4AEC-823F-91F3AA9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Grounding Success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7C272-FE03-4E8C-8F8B-A9C84C9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FCC74-C652-4AA7-A3C9-7360435C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46409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21828-E60F-4664-8711-08E443E8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rPr>
              <a:t>61.5% -&gt; 93.7%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B8D9D-EC7B-4897-BB55-5036B48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937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초기 결과의 메시지: 물리 보정은 의미 거리를 크게 바꾸지 않지만, 접지와 안전성을 결정적으로 개선합니다.</a:t>
            </a:r>
          </a:p>
        </p:txBody>
      </p:sp>
    </p:spTree>
    <p:extLst>
      <p:ext uri="{BB962C8B-B14F-4D97-AF65-F5344CB8AC3E}">
        <p14:creationId xmlns:p14="http://schemas.microsoft.com/office/powerpoint/2010/main" val="11549295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F7EFB-93CA-4A0F-A32C-3D11A754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122A0-41EF-45D4-9EEB-043958A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95C4-A0A2-4F7F-BCD0-92BB452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Phase 2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4E72D-60BE-49D4-906F-7CDD976A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4a / 4b: 실 LLM은 배치 품질과 충돌 회피를 개선합니다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3B6C7-E9B9-4137-900A-6EFC4F1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E4F9D-D76A-42D2-A2FA-D06D3EF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B674-6C96-4E1A-B711-58848EE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L484-L529 | Tables 4a-4b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FBC3F-C437-464B-A110-9B7D5751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66072-84C0-418D-9E28-708AE58C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CB16-B343-4EF9-8BA7-66837DD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BED9B-BE0E-4E1E-BF95-EE6244CF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Floor adhesion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F99B6-3B58-44A9-965D-4BEC7C7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14.29% -&gt; 42.86%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71FE5-B6CC-44E2-8D8F-29FAF2CF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/ office, 약 3.0~3.4x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E506F-C819-480C-95C9-0EFDC8C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C47B5-DC78-409E-A00C-4E5687B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681A6-FE6D-4F5A-8D3E-97058F8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B8727-0DE4-4FF2-8A0A-EEDBEFA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-28% to -60%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96FEB-DFD7-4E21-A106-9CFA359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36~50건 -&gt; 20~30건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22F04-59E7-4ABC-917F-0C7CF0B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5FFAB-2CAC-462F-BC9F-7D1168DF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7DC06-D93F-4B82-8E40-896068C4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Wall-clock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BE843-DFDC-4A97-9C15-7A614FB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+4~12%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061C8-0628-40E7-BBF3-D028D4F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30~103 ms/trial overhead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97B30-E3A8-4A61-883F-EE914519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collision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EBBD6-E208-4C93-BB29-643BB85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433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088CB-7566-4C1B-AEC0-A39CF91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43325"/>
            <a:ext cx="17822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61498-F749-4301-969C-9CC6B47D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861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36.0 -&gt; 20.4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CF6C4-0C5E-414B-8E55-8B1183C6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collision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C10BAF-B36B-4049-9F41-D4662BC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3C5AB-5CC2-4FF1-A13F-47B19D2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226942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479DF1-1D89-449D-9C7B-35EA84EB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529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36.0 -&gt; 26.0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C41DD-7D0F-49BD-91B3-FF4AC2B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Living collision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796C5-0F40-429F-98FF-BBC82A8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768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53A52-FBDF-44DA-9DC1-F1496A6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768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7AD9F-38CC-40A0-9751-BD881CBF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196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50.0 -&gt; 20.0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953E98-2EBA-43BD-9E46-2F058FF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living_room은 floor adhesion / semantic proximity가 실패한 한계 사례로 별도 해석합니다.</a:t>
            </a:r>
          </a:p>
        </p:txBody>
      </p:sp>
    </p:spTree>
    <p:extLst>
      <p:ext uri="{BB962C8B-B14F-4D97-AF65-F5344CB8AC3E}">
        <p14:creationId xmlns:p14="http://schemas.microsoft.com/office/powerpoint/2010/main" val="22133329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CABBE-8515-4A2A-82E7-1F8B6B2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12DF4-6578-4EB1-838E-7ACEE097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1BDBD-20A1-45A7-858A-A768EE3A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절제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7841F-A756-4198-A66D-519B219F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6: LLM과 물리 검증은 서로 대체되지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1EF4C-074B-41DE-92E1-EA92579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F173A-5F79-4F2A-94B2-7B628AA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3B43-E28A-463C-8E79-4BD78E7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L533-L551 | Table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57CDC-C27A-4C50-A96C-9AAEFE9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41984-81F1-45AD-AFF9-984711E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77A94-8779-4912-876F-48B43126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1CE4C-09B1-4129-BB67-E477AA5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Without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7F8C1-FEEF-4E30-9F92-238775AF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semantic -75~80%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BD279-A533-4717-9E3F-470A4115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0.793 -&gt; 0.188, office 0.674 -&gt; 0.171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FB59D-B6D8-4108-A3EB-C8A18F2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E826-C660-4302-BCB9-9F7C199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47FF-8052-4615-A62D-9FC4D53A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76400"/>
            <a:ext cx="358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Without 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7F047-0946-4B1B-BA32-C719EFD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floor adhesion 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9EE8E-F555-426B-BAF0-AB0E2170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llm_only 조건은 모든 시나리오에서 접지 실패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CFA36-6342-4AE3-B3DA-01D9837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full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45DF8-1D40-412F-81EE-A4B24B1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052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8636D-93D0-487B-B8B5-3659A423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05225"/>
            <a:ext cx="22659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27D0E-8276-4F42-81DE-0C7692A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480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0.793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A9342-A1C2-4334-AD4F-5A514FF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random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A5B4D-963D-437B-AB1A-934C5C6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338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7D899-CC44-4261-858B-99C5FC16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33875"/>
            <a:ext cx="5372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8B989-14DB-4053-BBBE-8026A4C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767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0.188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9C5AE-A9B6-469C-85B9-517F477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full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7D935-A625-4FB7-8D83-6B8D4574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339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EE382-D7CF-49B8-9EB1-334AC03C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33975"/>
            <a:ext cx="19259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888F9-806E-4199-A2D9-B6B37452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0768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0.674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148882-F84A-47B3-8A70-73D03241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95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random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611B7-96B0-4B9E-85D6-00083E14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626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B9B41-02FA-42FA-A542-4C899E2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62625"/>
            <a:ext cx="4886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772E-5080-4FFA-913F-17D8D27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7054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0.171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489E5-3F28-4D17-B938-98DFC8C8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해석: LLM은 의미 관계를 만들고, LayoutValidator는 좌표를 물리적으로 성립시킵니다.</a:t>
            </a:r>
          </a:p>
        </p:txBody>
      </p:sp>
    </p:spTree>
    <p:extLst>
      <p:ext uri="{BB962C8B-B14F-4D97-AF65-F5344CB8AC3E}">
        <p14:creationId xmlns:p14="http://schemas.microsoft.com/office/powerpoint/2010/main" val="19007724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CF1A9-EFF1-4CAD-B35C-7C417865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0280A-46AE-4F56-BD64-3F7961E0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4E233-F694-4BCE-8EA0-EAAB5C0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08 / 논의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7704-4691-4FF3-8216-1ADF21E0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8: 월드 모델과 경쟁보다 계층적 보완 관계입니다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0AFBA-A370-4F5F-88C2-F159B25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8F133-AAD6-4B0E-9153-1ADA91C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8299A-7B6C-437C-A14E-6EC1B81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L585-L629 | Table 8,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D5BB8-903F-4014-86D7-30A45C1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AFD99-8920-43E5-B5F1-0FBFBFE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8E9F7-8213-4738-BC6A-2040573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EC21E-F83D-4B1B-A5BD-C9D6369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씬 전체를 E2E로 생성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Lyra / Marble / Genie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FD68B-495F-4AE5-8748-6D1248A7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A1324-9DD3-48E3-90A3-D9D6FE90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DDAB8-B912-42B8-9E55-2CEE2928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개별 3DGS 에셋을 LLM으로 배치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물리로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77201-4FA1-4CDF-83DD-CCE02B8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82605-344C-4519-B10E-94E19724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Downstream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602A6-C284-44B8-8D8F-1223811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 출력도 에셋 공급원으로 편입 가능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scene graph를 조건 신호로 재사용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B908A-8A1E-40E6-BEA8-9FDDF90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982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38328-9900-4E76-AF39-0EDA870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하이브리드 표현의 정당화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A0B4-EE6B-4228-8EFB-4E779B8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구조 기하는 ProBuilder mesh로 정확하게, 객체 외관은 3DGS로 실사감 있게, 물리는 proxy collider로 엔진에 연결합니다.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87BA8-4B2C-4628-BD39-059CE723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941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즉 본 연구의 위치는 'whole-scene generation'이 아니라 'object-level semantic embodiment'입니다.</a:t>
            </a:r>
          </a:p>
        </p:txBody>
      </p:sp>
    </p:spTree>
    <p:extLst>
      <p:ext uri="{BB962C8B-B14F-4D97-AF65-F5344CB8AC3E}">
        <p14:creationId xmlns:p14="http://schemas.microsoft.com/office/powerpoint/2010/main" val="90276033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92D88-5FF9-4826-9785-82268E6E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C53F5-CF69-43EB-AD93-B5B1622C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40FE2-F016-4B59-A214-2094244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09 / 결론과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D71C1-2A8C-42FC-B72E-2C962446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결론은 성립하지만, 후속 연구 지점도 명확합니다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E3D53-467E-4E5B-B65D-3859C241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867E1-9EB8-410C-A574-DC47556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B7DA8-99F4-45D4-BDAE-1F129309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L631-L674 | 결론·한계·전망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6073C-0D78-4C13-977C-7259CAD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EBDEA-72B9-4B85-89DB-638642B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48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FE6FA-2454-4E0F-9E58-FA4DBAC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Conclusion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4CC5F-CDC8-4EE2-92C7-2926A17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84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Unity-SplatForge는 자연어 공간 설명을 LLM 배치 JSON으로 바꾸고, Unity 물리 검증을 거쳐, 3DGS 기반 객체를 실행 가능한 방으로 조립합니다.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핵심 기여는 생성형 3D와 게임 엔진 실행성 사이의 중간 계층입니다.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132CB-DD5F-4003-8D73-825A62AF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D56D0-D5A2-48D6-AC97-6B4EEB5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L1 복잡한 기하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AF6DA-E5E9-4AD1-BDFA-43BE4EB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6215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L자형 방, 로프트 등은 VLM feedback loop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10172-AF45-48ED-841C-078A701B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D62A5-9CCB-4CBA-A915-421B1A6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L2 living_room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77045-6415-48AC-A529-0446AED5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1940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자산 카탈로그, FBX 피벗, 좁은 공간 밀도 문제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37EE2-DB6C-4FE8-9EE6-BF699711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E612D-B60E-4A86-8E0D-B4145EB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47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L3 static 3DGS physics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13F88-98CA-4E0A-BD66-1B1269A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proxy collider 경로. PhysGaussian / GASP 성숙 시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FD37E-9A70-4F2D-8E4D-3992C13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A57D5-FD52-4D48-9A71-C03C43F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L4 render 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390D0-90AB-4D40-94FD-8D0F492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HDRP batchmode cleared buffer, URP composite 한계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AF7A0-FAF0-4DA7-9078-72EB809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D9B19-8995-4753-B2C6-4EE443B0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292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L5 scale and feed-forward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C2C10-E5B9-4DD9-8AD5-C5C3B9DF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91150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LOD / streaming / DUSt3R / MASt3R / InstantSplat 후속 비교</a:t>
            </a:r>
          </a:p>
        </p:txBody>
      </p:sp>
    </p:spTree>
    <p:extLst>
      <p:ext uri="{BB962C8B-B14F-4D97-AF65-F5344CB8AC3E}">
        <p14:creationId xmlns:p14="http://schemas.microsoft.com/office/powerpoint/2010/main" val="5470773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E8AD7-53EA-4917-81F5-6D5A62B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8415C-0E3F-475C-8B41-1B6F5839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D195C-05C8-40C7-B011-FF56872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017C0-45D3-48A7-BF68-40AD98C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FC2F8-CF9F-4E0A-8DF7-B5E7C3B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9D657-6DF2-48C2-A191-1BA65D3D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L643-L674 | 피드백 논점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FE0CC-1A4F-4F80-A08E-69743A73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41B66-2ED0-4F27-A1F7-BA745977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47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질문과 피드백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86659-E95F-4EF0-AD19-FFE6BE53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어느 층위를 더 강화해야 할까요?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F6B27-5A25-4F51-BB31-EEA912B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29A1-AC91-431E-A118-E32C920B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D18C4-DC46-40AC-90AA-3D1F2CD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4322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배치와 LayoutValidator의 책임 분리는 설득력 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01EFB-E9D7-4102-A2B2-B4D6B1F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20B61-2E61-4C4D-93A6-B8B30B3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C3AC8-3C55-4D55-AAAF-8B6942B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8617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4a/4b/6의 결과 요약이 충분히 선명한가?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D36E0-5710-445A-8123-E76EF085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7E736-6D92-4643-9DD9-ACE8A4B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65336-8AB2-4724-9FC4-78CD210F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living_room 실패와 HDRP/URP batchmode 한계를 어떻게 발표할까?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36CA1-A8D6-44E4-8729-D3867BC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6649A-90BB-46CB-ADD2-0D0C76AB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292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후속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42DCC-350A-4999-9DC6-E2C03A34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7207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VLM feedback loop, URP patch, feed-forward 3DGS 중 무엇이 우선인가?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09638-F392-44C6-8818-D246DFF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"/>
            <a:ext cx="2457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C9B77-65BA-4EE8-9C65-3F9C1294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525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958A6-38EE-40C4-81C0-2CB6EE2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object-level semantic embodiment</a:t>
            </a:r>
          </a:p>
        </p:txBody>
      </p:sp>
    </p:spTree>
    <p:extLst>
      <p:ext uri="{BB962C8B-B14F-4D97-AF65-F5344CB8AC3E}">
        <p14:creationId xmlns:p14="http://schemas.microsoft.com/office/powerpoint/2010/main" val="1256693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2026-05-26T09:14:45.9740000Z</dcterms:created>
  <dcterms:modified xsi:type="dcterms:W3CDTF">2026-05-26T09:14:45.9740000Z</dcterms:modified>
</coreProperties>
</file>